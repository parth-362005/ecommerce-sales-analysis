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067B1-03EB-4C81-AE3B-F583114CB77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EBCD2-AF0C-449C-AAF5-B47DA3D37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532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EBCD2-AF0C-449C-AAF5-B47DA3D3793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363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7ED03-65C5-8A7A-2772-4281BE21C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B0F604-2273-CD59-CDC6-8537443FF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3AC47-A2B6-95A8-0278-5AED9517A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AFE2-05B2-44B8-BE19-0A2034C3982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6FF8C-3443-6B2F-0FA9-5A9DE61E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1F031-577E-E614-2838-2B0134BA3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4819-58EC-4AD3-A5C4-EB2D11BBF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811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7C85F-F79B-BE73-0AA0-856A05FAB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A6178-AFF5-2C08-EC51-54D347DE8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1AE5B-6690-EB31-2472-E8AB76754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AFE2-05B2-44B8-BE19-0A2034C3982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0D0D6-45E6-FE4D-223C-3B1FF6BC0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57097-1400-9CD1-0C6C-442C82FD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4819-58EC-4AD3-A5C4-EB2D11BBF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008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4A982-206D-2EA5-EAD7-62B0041ED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83C11-55AE-71BF-A209-34480B7D0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011AB-345E-4718-258C-CF839F501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AFE2-05B2-44B8-BE19-0A2034C3982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8A383-3BF7-22B9-E84B-ED9EBF633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24495-DAC6-5C70-D6AB-D246019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4819-58EC-4AD3-A5C4-EB2D11BBF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78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1824-FFEB-718F-0E24-9687C5437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6A588-BF51-2968-4641-E9FB5A679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60C68-10D1-7555-8FAE-777DE2CF6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5B805-0C1F-38C1-A272-E88B449C8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AFE2-05B2-44B8-BE19-0A2034C3982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2ED9E-1AA6-20A7-8331-DF247A544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6F396-07E6-B7C0-AD16-84F34015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4819-58EC-4AD3-A5C4-EB2D11BBF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283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96D9-D714-A3C5-5B37-4C30068C5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184C9-9205-7C63-BAA5-0499DDC5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BCACA-FB26-56AC-5937-A9C5B8FA3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1B4702-AA04-A1BA-BCB3-5DB9F5B249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EF06DA-77C3-14D8-E417-B43FC0D35A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E78EEC-839F-E9C1-29A9-FE92DC6AB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AFE2-05B2-44B8-BE19-0A2034C3982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92C8D7-1D60-CE45-5809-40D28DCC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118B3C-2266-1647-CF38-6367D7B8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4819-58EC-4AD3-A5C4-EB2D11BBF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058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7735-3BD1-5A69-B5E7-CECC2A19D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23D2E-30A4-76F1-EAF9-8FA79FB16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AFE2-05B2-44B8-BE19-0A2034C3982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E730C0-FE00-DB22-E3FE-89E1FEC93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B49E5-D6C4-463E-8B2D-09643A155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4819-58EC-4AD3-A5C4-EB2D11BBF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622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CC1A19-ED84-C789-80DE-633071A3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AFE2-05B2-44B8-BE19-0A2034C3982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9D30F-3106-2C85-BF6E-65B80E0AD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A3B19-20EA-00DC-F55A-7BD43E5A7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4819-58EC-4AD3-A5C4-EB2D11BBF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59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80F72-1796-0864-5B62-32DA7A698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26B3D-1DFF-9ED2-5BA0-834A60655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318C2-21D5-8A8C-1E9C-53FAAFA69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36D12-515A-1ACA-5BFC-12F8B7736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AFE2-05B2-44B8-BE19-0A2034C3982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ABDBC-7EB9-B1A0-3C58-4138E80A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4249C-D488-595D-DCAF-9F6153231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4819-58EC-4AD3-A5C4-EB2D11BBF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95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6D704-1AEC-B5BB-72A5-01C7D91C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1739EE-19AC-C25D-B3D9-3A5E1EE0A2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07695B-9E83-5490-656B-50C31FF61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A46D3-B9F7-7431-CDF9-087E66205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AFE2-05B2-44B8-BE19-0A2034C3982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56ED7-3AEE-28FA-A2E2-7B95EF174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FBEF3-80CB-3D45-6FA1-F1E1C253F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4819-58EC-4AD3-A5C4-EB2D11BBF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578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58256-7AC6-D1BA-B354-D902B9DCB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AC3D9E-5FBA-0C2C-A78D-D7F9320FE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5D52C-3B5C-1119-3616-3888EF213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AFE2-05B2-44B8-BE19-0A2034C3982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AC342-B112-EC2D-DC5F-7BAE1E13A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2AC25-E47F-623E-EC4D-9619B4D12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4819-58EC-4AD3-A5C4-EB2D11BBF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09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03765C-4176-BEC3-058A-6D0E2D144D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A37B9-8B64-14A1-CBB2-4F35DFEE8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4B168-01C1-E7E2-6BB4-5FB1BD6BA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AFE2-05B2-44B8-BE19-0A2034C3982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DB277-6A97-F5EF-6E86-ADD6CFD4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38A1F-B4FD-A162-0373-A69A2FCC2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4819-58EC-4AD3-A5C4-EB2D11BBF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087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3CD8B-2AF0-44B3-4CAE-12D2B664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CBB49-BF3B-8913-4953-543F0615D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A884-8041-4293-3E0E-DC0067C75F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4AFE2-05B2-44B8-BE19-0A2034C3982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95505-0FB4-1EA1-8B86-89AD725BF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FD97D-5706-C7A5-CB38-9DC6F6B9E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34819-58EC-4AD3-A5C4-EB2D11BBF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253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C5BC3-8A38-2675-F146-2BF641150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42179"/>
          </a:xfrm>
        </p:spPr>
        <p:txBody>
          <a:bodyPr>
            <a:normAutofit/>
          </a:bodyPr>
          <a:lstStyle/>
          <a:p>
            <a:r>
              <a:rPr lang="en-IN" sz="6600" b="1" u="sng" dirty="0"/>
              <a:t>E-commerce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794B79-F615-2FEA-72B3-DFF739C25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82529"/>
            <a:ext cx="9144000" cy="1410931"/>
          </a:xfrm>
        </p:spPr>
        <p:txBody>
          <a:bodyPr>
            <a:noAutofit/>
          </a:bodyPr>
          <a:lstStyle/>
          <a:p>
            <a:r>
              <a:rPr lang="en-IN" sz="4000" b="1" u="sng" dirty="0"/>
              <a:t>Using Power BI</a:t>
            </a:r>
          </a:p>
          <a:p>
            <a:r>
              <a:rPr lang="en-IN" sz="4000" b="1" u="sng" dirty="0"/>
              <a:t>Team Members:</a:t>
            </a:r>
          </a:p>
          <a:p>
            <a:r>
              <a:rPr lang="en-IN" sz="3600" dirty="0"/>
              <a:t>1.Parth Kulkarni</a:t>
            </a:r>
          </a:p>
          <a:p>
            <a:r>
              <a:rPr lang="en-IN" sz="3600" dirty="0"/>
              <a:t>2.Onkar </a:t>
            </a:r>
            <a:r>
              <a:rPr lang="en-IN" sz="3600" dirty="0" err="1"/>
              <a:t>Tulshigar</a:t>
            </a:r>
            <a:endParaRPr lang="en-IN" sz="3600" dirty="0"/>
          </a:p>
          <a:p>
            <a:r>
              <a:rPr lang="en-IN" sz="3600" dirty="0"/>
              <a:t>3.Dhruv </a:t>
            </a:r>
            <a:r>
              <a:rPr lang="en-IN" sz="3600" dirty="0" err="1"/>
              <a:t>Sawrkar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42300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0E2744-9754-DAA8-3657-587D9E94839B}"/>
              </a:ext>
            </a:extLst>
          </p:cNvPr>
          <p:cNvSpPr txBox="1"/>
          <p:nvPr/>
        </p:nvSpPr>
        <p:spPr>
          <a:xfrm>
            <a:off x="4218037" y="592082"/>
            <a:ext cx="22909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u="sng" dirty="0"/>
              <a:t>Problem Statement</a:t>
            </a:r>
            <a:r>
              <a:rPr lang="en-IN" sz="3600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F9057F-D3F5-7377-B667-2CD33956D33F}"/>
              </a:ext>
            </a:extLst>
          </p:cNvPr>
          <p:cNvSpPr txBox="1"/>
          <p:nvPr/>
        </p:nvSpPr>
        <p:spPr>
          <a:xfrm>
            <a:off x="2772697" y="1966452"/>
            <a:ext cx="64401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To analyze e-commerce sales performance and customer behavior using Power BI to identify trends and support business decisions.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273875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8EB4F0-4B2C-7E4B-FC21-56FE83D0CDBE}"/>
              </a:ext>
            </a:extLst>
          </p:cNvPr>
          <p:cNvSpPr txBox="1"/>
          <p:nvPr/>
        </p:nvSpPr>
        <p:spPr>
          <a:xfrm>
            <a:off x="5663380" y="257785"/>
            <a:ext cx="11405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u="sng" dirty="0"/>
              <a:t>Dataset: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3E61DC-C85C-14AF-9EB8-027C6A0E407A}"/>
              </a:ext>
            </a:extLst>
          </p:cNvPr>
          <p:cNvSpPr txBox="1"/>
          <p:nvPr/>
        </p:nvSpPr>
        <p:spPr>
          <a:xfrm>
            <a:off x="3755922" y="1543665"/>
            <a:ext cx="661711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i="1" dirty="0"/>
              <a:t>E-commerce sales dataset (CSV)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i="1" dirty="0"/>
              <a:t>Contains: Sales, Category, Region, Date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i="1" dirty="0"/>
              <a:t>Used for analysis of business performance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128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93D122-D18B-0D7C-27D7-899DEB85934E}"/>
              </a:ext>
            </a:extLst>
          </p:cNvPr>
          <p:cNvSpPr txBox="1"/>
          <p:nvPr/>
        </p:nvSpPr>
        <p:spPr>
          <a:xfrm>
            <a:off x="4906297" y="562586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u="sng" dirty="0"/>
              <a:t>Data Cleaning: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783013-5598-5039-ECE4-7DC44E270F12}"/>
              </a:ext>
            </a:extLst>
          </p:cNvPr>
          <p:cNvSpPr txBox="1"/>
          <p:nvPr/>
        </p:nvSpPr>
        <p:spPr>
          <a:xfrm>
            <a:off x="3047999" y="1504335"/>
            <a:ext cx="74921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n-US" sz="3600" dirty="0"/>
              <a:t>Removed missing values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3600" dirty="0"/>
              <a:t>Removed duplicates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3600" dirty="0"/>
              <a:t>Converted date format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3600" dirty="0"/>
              <a:t>Checked data types </a:t>
            </a:r>
          </a:p>
        </p:txBody>
      </p:sp>
    </p:spTree>
    <p:extLst>
      <p:ext uri="{BB962C8B-B14F-4D97-AF65-F5344CB8AC3E}">
        <p14:creationId xmlns:p14="http://schemas.microsoft.com/office/powerpoint/2010/main" val="110511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267C1A-2DF9-838F-6831-CFD9EE43CB73}"/>
              </a:ext>
            </a:extLst>
          </p:cNvPr>
          <p:cNvSpPr txBox="1"/>
          <p:nvPr/>
        </p:nvSpPr>
        <p:spPr>
          <a:xfrm>
            <a:off x="2871020" y="34627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u="sng" dirty="0"/>
              <a:t>Dashboard: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CEA203-1943-368D-0106-A60394412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76" y="1425677"/>
            <a:ext cx="11248105" cy="37854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7F9912-940A-7C36-EC29-E23DEF41616A}"/>
              </a:ext>
            </a:extLst>
          </p:cNvPr>
          <p:cNvSpPr txBox="1"/>
          <p:nvPr/>
        </p:nvSpPr>
        <p:spPr>
          <a:xfrm>
            <a:off x="2536723" y="621166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/>
              <a:t>Dashboard shows sales trends, category analysis, and regional performance</a:t>
            </a:r>
            <a:endParaRPr lang="en-IN" sz="2000" b="1" u="sng" dirty="0"/>
          </a:p>
        </p:txBody>
      </p:sp>
    </p:spTree>
    <p:extLst>
      <p:ext uri="{BB962C8B-B14F-4D97-AF65-F5344CB8AC3E}">
        <p14:creationId xmlns:p14="http://schemas.microsoft.com/office/powerpoint/2010/main" val="1771678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CCD1FE-8534-D137-7615-9A4F5ED5B72A}"/>
              </a:ext>
            </a:extLst>
          </p:cNvPr>
          <p:cNvSpPr txBox="1"/>
          <p:nvPr/>
        </p:nvSpPr>
        <p:spPr>
          <a:xfrm>
            <a:off x="2502310" y="336443"/>
            <a:ext cx="71873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u="sng" dirty="0"/>
              <a:t>Key</a:t>
            </a:r>
            <a:r>
              <a:rPr lang="en-IN" sz="4400" dirty="0"/>
              <a:t> </a:t>
            </a:r>
            <a:r>
              <a:rPr lang="en-IN" sz="4400" b="1" u="sng" dirty="0"/>
              <a:t>Insights: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40AFA9-4B3A-7F19-EC08-18E5868628D7}"/>
              </a:ext>
            </a:extLst>
          </p:cNvPr>
          <p:cNvSpPr txBox="1"/>
          <p:nvPr/>
        </p:nvSpPr>
        <p:spPr>
          <a:xfrm>
            <a:off x="3048000" y="1602658"/>
            <a:ext cx="725620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n-US" sz="3200" b="1" u="sng" dirty="0"/>
              <a:t>Technology category has highest sales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3200" b="1" u="sng" dirty="0"/>
              <a:t>West region performs best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3200" b="1" u="sng" dirty="0"/>
              <a:t>Sales vary month-wise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3200" b="1" u="sng" dirty="0"/>
              <a:t>Top products contribute major revenue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0467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D11CB7-C690-1514-32E1-D82F2739BFA1}"/>
              </a:ext>
            </a:extLst>
          </p:cNvPr>
          <p:cNvSpPr txBox="1"/>
          <p:nvPr/>
        </p:nvSpPr>
        <p:spPr>
          <a:xfrm>
            <a:off x="3864078" y="1687604"/>
            <a:ext cx="38345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u="sng" dirty="0"/>
              <a:t>Conclusion: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7F0456-AB4B-702E-C213-9F6A33D9EF78}"/>
              </a:ext>
            </a:extLst>
          </p:cNvPr>
          <p:cNvSpPr txBox="1"/>
          <p:nvPr/>
        </p:nvSpPr>
        <p:spPr>
          <a:xfrm>
            <a:off x="3048000" y="3108293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project helped analyze sales performance and identify important business insights using Power BI.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63530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131</Words>
  <Application>Microsoft Office PowerPoint</Application>
  <PresentationFormat>Widescreen</PresentationFormat>
  <Paragraphs>29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E-commerce Sales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 Kulkarni</dc:creator>
  <cp:lastModifiedBy>Parth Kulkarni</cp:lastModifiedBy>
  <cp:revision>1</cp:revision>
  <dcterms:created xsi:type="dcterms:W3CDTF">2026-04-09T16:37:01Z</dcterms:created>
  <dcterms:modified xsi:type="dcterms:W3CDTF">2026-04-09T17:00:26Z</dcterms:modified>
</cp:coreProperties>
</file>